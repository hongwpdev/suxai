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1C2030"/>
          </a:solidFill>
          <a:ln w="12700">
            <a:solidFill>
              <a:srgbClr val="1C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200400"/>
            <a:ext cx="2560320" cy="2560320"/>
          </a:xfrm>
          <a:prstGeom prst="ellipse">
            <a:avLst/>
          </a:prstGeom>
          <a:solidFill>
            <a:srgbClr val="1A2040"/>
          </a:solidFill>
          <a:ln w="12700">
            <a:solidFill>
              <a:srgbClr val="1A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274320"/>
            <a:ext cx="1645920" cy="164592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1887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실전 예제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664208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 기반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정수장 찾기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수자이(水Xai) 바이브 코딩 실전 구현 사례  ·  아이디어 → 설계 → 구현 → 테스트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아이디어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76272" y="40690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2. 준비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9584" y="40690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9584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3. 설계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82896" y="40690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4. 구현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6208" y="40690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5. 검증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9520" y="40690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6. 배포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이 예제에서 배울 것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52728"/>
            <a:ext cx="493776" cy="493776"/>
          </a:xfrm>
          <a:prstGeom prst="ellipse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527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15214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실제 코드에서 문제점 발견하기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4813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기존 FacilityInfo.address가 빈 문자열임을 코드 분석으로 파악하는 과정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185416"/>
            <a:ext cx="493776" cy="493776"/>
          </a:xfrm>
          <a:prstGeom prst="ellipse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85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0848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외부 API 연동 설계하기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4140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카카오 주소 API 선택 이유와 RestTemplate 연동 패턴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118104"/>
            <a:ext cx="493776" cy="493776"/>
          </a:xfrm>
          <a:prstGeom prst="ellipse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18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30175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가정 데이터 vs 실제 데이터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3467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매핑 JSON을 가정으로 만들었다가 실제 API 응답으로 수정하는 경험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4050792"/>
            <a:ext cx="493776" cy="493776"/>
          </a:xfrm>
          <a:prstGeom prst="ellipse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50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950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바이브 코딩 사이클 완주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2793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아이디어 → 설계 → 구현 → 문제 → 수정 → 배포 전 과정을 하나의 예제로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</a:rPr>
              <a:t>어떤 기능을 만드나?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비전문가도 지역 이름만 입력하면 담당 정수장을 바로 찾을 수 있게 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181C25"/>
          </a:solidFill>
          <a:ln w="12700">
            <a:solidFill>
              <a:srgbClr val="E8453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34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정수장 직접 선택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2148840"/>
            <a:ext cx="201168" cy="20116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48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드롭다운에서 41개 목록 스크롤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715768"/>
            <a:ext cx="201168" cy="20116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"반월정수장"이 내 지역인지 모름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282696"/>
            <a:ext cx="201168" cy="20116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2369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정수장명을 알아야만 선택 가능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849624"/>
            <a:ext cx="201168" cy="20116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849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8039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비전문가에게 높은 진입 장벽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15968" y="2468880"/>
            <a:ext cx="658368" cy="457200"/>
          </a:xfrm>
          <a:prstGeom prst="rightArrow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14300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181C25"/>
          </a:solidFill>
          <a:ln w="12700">
            <a:solidFill>
              <a:srgbClr val="3ECF7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66360" y="1234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주소 입력 → 자동 탐색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66360" y="2148840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0E1117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1488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</a:rPr>
              <a:t>"파주시" 입력 후 엔터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2724912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0E1117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788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CF70"/>
                </a:solidFill>
              </a:rPr>
              <a:t>✓ "파주시" 지역 담당 정수장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3044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F0"/>
                </a:solidFill>
              </a:rPr>
              <a:t>파주정수장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772400" y="3044952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30449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30368" y="3703320"/>
            <a:ext cx="201168" cy="201168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시/군/구 이름만 입력하면 자동 탐색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30368" y="4206240"/>
            <a:ext cx="201168" cy="201168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4206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32120" y="4160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수질 확인하기 버튼으로 바로 이동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전체 구현 흐름 — 6단계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170432"/>
            <a:ext cx="502920" cy="502920"/>
          </a:xfrm>
          <a:prstGeom prst="ellipse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07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아이디어 도출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프로젝트 분석 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기능 선정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0088" y="1691640"/>
            <a:ext cx="256032" cy="228600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058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170432"/>
            <a:ext cx="502920" cy="502920"/>
          </a:xfrm>
          <a:prstGeom prst="ellipse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1207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준비 사항 파악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코드 분석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문제점 발견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24728" y="1691640"/>
            <a:ext cx="256032" cy="228600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0058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1170432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207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설계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데이터 흐름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설계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" y="3090672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구현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5개 파일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신규/수정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90088" y="3611880"/>
            <a:ext cx="256032" cy="228600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10712" y="3090672"/>
            <a:ext cx="502920" cy="50292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02336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문제 발견 &amp; 수정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실제 데이터로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재작성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24728" y="3611880"/>
            <a:ext cx="256032" cy="228600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45352" y="3090672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테스트 &amp; 배포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검증 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Git push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709160"/>
            <a:ext cx="8321040" cy="320040"/>
          </a:xfrm>
          <a:prstGeom prst="roundRect">
            <a:avLst>
              <a:gd name="adj" fmla="val 1714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⚡ 5단계에서 실제 데이터와 가정 데이터의 차이로 인한 버그가 발생 → 실전의 핵심 교훈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64592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1단계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</a:rPr>
              <a:t>아이디어 도출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023360" cy="3977640"/>
          </a:xfrm>
          <a:prstGeom prst="roundRect">
            <a:avLst>
              <a:gd name="adj" fmla="val 2299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프로젝트 분석에서 출발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0E1117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4538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70A"/>
                </a:solidFill>
              </a:rPr>
              <a:t>컨셉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비전문가도 수질 정보 접근 가능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130552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0E1117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671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70A"/>
                </a:solidFill>
              </a:rPr>
              <a:t>현재 UX 문제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404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41개 정수장 이름 중 직접 선택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843784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0E1117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70A"/>
                </a:solidFill>
              </a:rPr>
              <a:t>사용자 입장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31181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"반월정수장"이 내 지역인지 모름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557016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0E1117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70A"/>
                </a:solidFill>
              </a:rPr>
              <a:t>해결 방향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38313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지역명 입력 → 자동 탐색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77724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AI와 아이디어 구체화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3716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E1117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444752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4447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프롬프트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17373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1D5DB"/>
                </a:solidFill>
              </a:rPr>
              <a:t>"수질 모니터링 대시보드에서 비전문가 UX를 개선할 수 있는 기능 아이디어를 5가지 제안해줘"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AI 선정 기준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264408"/>
            <a:ext cx="182880" cy="182880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기존 코드 변경 최소화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721608"/>
            <a:ext cx="182880" cy="182880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외부 API 추가 연동 가능 여부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4178808"/>
            <a:ext cx="182880" cy="182880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133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사용자 경험 개선 효과 크기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2단계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준비 사항 파악 — 현재 코드에서 문제점 발견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5156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FacilityInfo.java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FacilityInfo(sujCode, name, "")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2697480" cy="274320"/>
          </a:xfrm>
          <a:prstGeom prst="roundRect">
            <a:avLst>
              <a:gd name="adj" fmla="val 13333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417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</a:rPr>
              <a:t>⚠ address가 항상 빈 문자열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따라서 2가지가 필요하다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953512"/>
            <a:ext cx="475488" cy="475488"/>
          </a:xfrm>
          <a:prstGeom prst="ellipse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28437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주소 검색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13639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사용자 입력 "파주시" → 행정구역(시/도, 시/군/구) 추출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" y="335584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카카오 REST API 선택 — 무료(월 30만 건), 문서 우수, 즉시 사용 가능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959352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38496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정수장-행정구역 매핑 데이터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142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K-water API에 없는 데이터 → 직접 제작 필요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70432" y="43616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지역명 키워드 → 정수장명 키워드 JSON 파일로 관리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64592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3단계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</a:rPr>
              <a:t>설계 — 데이터 흐름 한눈에 보기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181C25"/>
          </a:solidFill>
          <a:ln w="12700">
            <a:solidFill>
              <a:srgbClr val="E8670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</a:rPr>
              <a:t>사용자 입력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"파주시"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92808" y="1481328"/>
            <a:ext cx="201168" cy="20116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84832" y="100584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181C2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84832" y="1572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</a:rPr>
              <a:t>카카오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시/도·시/군 추출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1481328"/>
            <a:ext cx="201168" cy="20116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100584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181C2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03904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03904" y="1572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</a:rPr>
              <a:t>매핑 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03904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키워드 검색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30952" y="1481328"/>
            <a:ext cx="201168" cy="20116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22976" y="100584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181C2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22976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22976" y="1572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</a:rPr>
              <a:t>정수장 목록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22976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이름 매칭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50024" y="1481328"/>
            <a:ext cx="201168" cy="20116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42048" y="100584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181C25"/>
          </a:solidFill>
          <a:ln w="12700">
            <a:solidFill>
              <a:srgbClr val="3ECF7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42048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42048" y="1572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</a:rPr>
              <a:t>수질 데이터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42048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기존 API 재사용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설계 원칙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297180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971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70A"/>
                </a:solidFill>
              </a:rPr>
              <a:t>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" y="30083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</a:rPr>
              <a:t>기존 코드 최소 변경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322783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카카오 API → 시/군/구 추출 후 기존 FacilityService.getFacilities() 재사용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61188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6118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70A"/>
                </a:solidFill>
              </a:rPr>
              <a:t>▸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" y="36484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</a:rPr>
              <a:t>JSON 파일로 매핑 관리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386791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코드에 하드코딩 금지. 리소스 파일로 분리해 나중에 수정 용이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519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70A"/>
                </a:solidFill>
              </a:rPr>
              <a:t>▸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8680" y="42885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</a:rPr>
              <a:t>에러 시 안내 메시지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" y="450799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매칭 실패(서울 등 K-water 미관할)는 드롭다운 직접 선택 안내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4단계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구현 ① 백엔드 — 신규 파일 3개 + 수정 2개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097280"/>
            <a:ext cx="594360" cy="228600"/>
          </a:xfrm>
          <a:prstGeom prst="roundRect">
            <a:avLst>
              <a:gd name="adj" fmla="val 16000"/>
            </a:avLst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0972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34440" y="1097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KakaoApiClient.java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389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카카오 주소 검색 API 호출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164592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6642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RestTemplate + "Authorization: KakaoAK {key}"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region_1depth_name, region_2depth_name 추출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395728"/>
            <a:ext cx="594360" cy="228600"/>
          </a:xfrm>
          <a:prstGeom prst="roundRect">
            <a:avLst>
              <a:gd name="adj" fmla="val 16000"/>
            </a:avLst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957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34440" y="23957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AddressService.java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2688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매핑 로직 처리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944368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9626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로드 → 지역 키워드 검색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getFacilities() 이름 매칭 → Optional&lt;FacilityInfo&gt;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602736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3694176"/>
            <a:ext cx="594360" cy="228600"/>
          </a:xfrm>
          <a:prstGeom prst="roundRect">
            <a:avLst>
              <a:gd name="adj" fmla="val 16000"/>
            </a:avLst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6941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34440" y="3694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facility-mapping.json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39867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41개 정수장 공급구역 매핑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" y="4242816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2611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"regions": ["파주","연천"], "keyword": "파주"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지역명 배열 → 정수장명 키워드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28032" y="1097280"/>
            <a:ext cx="59436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0972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수정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2120" y="1097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ApiController.java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1389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새 엔드포인트 추가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28032" y="164592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16642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/api/findFacility?query=파주시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sujCode, facilityName, query }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304288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2395728"/>
            <a:ext cx="59436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3957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수정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32120" y="23957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application.properties.example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28032" y="2688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카카오 키 항목 추가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28032" y="2944368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29626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kakao.api.key=YOUR_KAKAO_REST_API_KEY_HERE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64592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4단계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</a:rPr>
              <a:t>구현 ② 프론트엔드 — index.html 새 탭 추가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72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수질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7772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유량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7772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AI 분석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777240"/>
            <a:ext cx="2103120" cy="502920"/>
          </a:xfrm>
          <a:prstGeom prst="rect">
            <a:avLst/>
          </a:prstGeom>
          <a:solidFill>
            <a:srgbClr val="0E2D1A"/>
          </a:solidFill>
          <a:ln w="12700">
            <a:solidFill>
              <a:srgbClr val="0E2D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207008"/>
            <a:ext cx="2103120" cy="73152"/>
          </a:xfrm>
          <a:prstGeom prst="rect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7772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CF70"/>
                </a:solidFill>
              </a:rPr>
              <a:t>📍 내 정수장 찾기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841248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0E2D1A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8412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70"/>
                </a:solidFill>
              </a:rPr>
              <a:t>NEW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</a:rPr>
              <a:t>새 탭 UI 구성 요소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187452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020824"/>
            <a:ext cx="256032" cy="256032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검색 입력창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237744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placeholder: "예) 파주시, 경기도 고양시 덕양구"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onkeydown Enter → searchFacility()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87452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9472" y="2020824"/>
            <a:ext cx="256032" cy="256032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빠른 검색 태그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237744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파주시 / 고양시 / 인천 부평구 / 수원시 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클릭 시 입력창에 자동 입력 후 검색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438144"/>
            <a:ext cx="256032" cy="256032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419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결과 카드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379476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정수장명 + 수계코드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"수질 확인하기 →" 버튼 → 수질 탭 이동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29184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3438144"/>
            <a:ext cx="256032" cy="256032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3419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오류 안내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379476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매칭 실패 시 빨간 테두리 카드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"정수장명으로 직접 선택해주세요" 안내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5단계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문제 발견 &amp; 수정 — 가정 데이터 vs 실제 데이터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33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1239"/>
                </a:solidFill>
              </a:rPr>
              <a:t>⚠  발생한 문제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1239"/>
                </a:solidFill>
              </a:rPr>
              <a:t>매핑 JSON을 가정으로 작성 ("인천정수장", "부산정수장" 등 존재할 것이라 예상)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1239"/>
                </a:solidFill>
              </a:rPr>
              <a:t>→ 실제 API 응답 확인 결과, 목록에 없음. 인천/서울/부산은 K-water 미관할.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🔍  실제 API로 확인한 41개 정수장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231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반월·와부·성남·시흥·일산·수지·덕소·파주·고양·연초·구천·사천·반송·온산·자인·운문·고령·석성·청주·아산·천안·송전·공주·보령·부안·산성·화순·군산·대불·고산·별량·황지·금산·학야·충주·밀양·양산·동화·덕정·평림·구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35808"/>
            <a:ext cx="8412480" cy="1719072"/>
          </a:xfrm>
          <a:prstGeom prst="roundRect">
            <a:avLst>
              <a:gd name="adj" fmla="val 531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127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</a:rPr>
              <a:t>✓  해결 방법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520440"/>
            <a:ext cx="182880" cy="182880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실제 41개 정수장명을 기준으로 매핑 JSON 전면 재작성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904488"/>
            <a:ext cx="182880" cy="182880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587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서울/인천/부산 등 대도시 → 지자체 수도사업소 운영으로 K-water 목록에 없음 확인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288536"/>
            <a:ext cx="182880" cy="182880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428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매칭 실패 시 "해당 지역의 정수장을 찾을 수 없습니다" 안내 메시지로 처리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70A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64592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6단계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</a:rPr>
              <a:t>테스트 &amp; 배포 — 검증 결과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777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입력 주소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777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매칭된 정수장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777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결과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298448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2984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파주시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2984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12984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</a:rPr>
              <a:t>파주정수장 (318)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1472184"/>
            <a:ext cx="219456" cy="219456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1472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956816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101520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9568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고양시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19568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195681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</a:rPr>
              <a:t>일산정수장 (315)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65008" y="2130552"/>
            <a:ext cx="219456" cy="219456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65008" y="2130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151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성남시 분당구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46120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261518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</a:rPr>
              <a:t>성남정수장 (313)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65008" y="2788920"/>
            <a:ext cx="219456" cy="219456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5008" y="2788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101520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2735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청주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32735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49040" y="32735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</a:rPr>
              <a:t>청주정수장 (353)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65008" y="3447288"/>
            <a:ext cx="219456" cy="219456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65008" y="34472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931920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319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서울 마포구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46120" y="39319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490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</a:rPr>
              <a:t>K-water 미관할 → 정상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65008" y="4105656"/>
            <a:ext cx="219456" cy="219456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65008" y="41056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0E2D1A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6177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🚀  git commit -m "feat: 주소 기반 내 정수장 찾기 기능 추가"  &amp;&amp;  git push origin main  →  완료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A1A0A"/>
          </a:solidFill>
          <a:ln w="12700">
            <a:solidFill>
              <a:srgbClr val="1A1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1A1A0A"/>
          </a:solidFill>
          <a:ln w="12700">
            <a:solidFill>
              <a:srgbClr val="1A1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</a:rPr>
              <a:t>핵심 교훈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이 예제에서 얻어가야 할 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1664208"/>
          </a:xfrm>
          <a:prstGeom prst="roundRect">
            <a:avLst>
              <a:gd name="adj" fmla="val 6593"/>
            </a:avLst>
          </a:prstGeom>
          <a:solidFill>
            <a:srgbClr val="181C25"/>
          </a:solidFill>
          <a:ln w="12700">
            <a:solidFill>
              <a:srgbClr val="E8670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53312"/>
            <a:ext cx="502920" cy="502920"/>
          </a:xfrm>
          <a:prstGeom prst="ellipse">
            <a:avLst/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13533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실제 데이터를 먼저 확인하라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90195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가정으로 만든 매핑 JSON은 실제 API 응답과 달랐다.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코드 작성 전에 curl 또는 Postman으로 실제 응답을 먼저 확인하는 것이 필수다.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188720"/>
            <a:ext cx="4114800" cy="1664208"/>
          </a:xfrm>
          <a:prstGeom prst="roundRect">
            <a:avLst>
              <a:gd name="adj" fmla="val 6593"/>
            </a:avLst>
          </a:prstGeom>
          <a:solidFill>
            <a:srgbClr val="181C2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353312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05272" y="13533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기존 코드를 최대한 재사용하라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190195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카카오 API 추가 후 정수장 조회는 기존 getFacilities()를 그대로 재사용.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새 기능 = 새 Client + 기존 Service 연결이면 충분하다.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4114800" cy="1664208"/>
          </a:xfrm>
          <a:prstGeom prst="roundRect">
            <a:avLst>
              <a:gd name="adj" fmla="val 6593"/>
            </a:avLst>
          </a:prstGeom>
          <a:solidFill>
            <a:srgbClr val="181C2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32004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설정은 코드 밖으로 분리하라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지역-정수장 매핑을 코드에 하드코딩하지 않고 JSON 파일로 분리.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나중에 정수장이 추가되거나 변경돼도 JSON만 수정하면 된다.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3035808"/>
            <a:ext cx="4114800" cy="1664208"/>
          </a:xfrm>
          <a:prstGeom prst="roundRect">
            <a:avLst>
              <a:gd name="adj" fmla="val 6593"/>
            </a:avLst>
          </a:prstGeom>
          <a:solidFill>
            <a:srgbClr val="181C25"/>
          </a:solidFill>
          <a:ln w="12700">
            <a:solidFill>
              <a:srgbClr val="3ECF7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3200400"/>
            <a:ext cx="502920" cy="502920"/>
          </a:xfrm>
          <a:prstGeom prst="ellipse">
            <a:avLst/>
          </a:prstGeom>
          <a:solidFill>
            <a:srgbClr val="3ECF70"/>
          </a:solidFill>
          <a:ln w="12700">
            <a:solidFill>
              <a:srgbClr val="3ECF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05272" y="32004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실패도 UX다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7490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서울/인천처럼 K-water 미관할 지역은 조용히 실패하지 않고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"정수장명으로 직접 선택해주세요" 안내로 사용자를 다음 행동으로 안내한다.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🛠  실습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같은 방식으로 기능 하나를 직접 추가해보자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🎯  미션: 현재 정수장 찾기 기능에 "즐겨찾기" 추가하기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5309"/>
                </a:solidFill>
              </a:rPr>
              <a:t>자주 찾는 정수장을 즐겨찾기로 저장하고, 다음 접속 시 바로 선택할 수 있게 한다 (localStorage 활용)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841248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874520"/>
            <a:ext cx="804672" cy="228600"/>
          </a:xfrm>
          <a:prstGeom prst="roundRect">
            <a:avLst>
              <a:gd name="adj" fmla="val 16000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7452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17320" y="1874520"/>
            <a:ext cx="621792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18745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5분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8840" y="185623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아이디어 → 구현 범위 결정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16712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저장 위치(localStorage), UI(하트 버튼), 목록 표시 방식을 팀원과 합의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841248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2651760"/>
            <a:ext cx="804672" cy="228600"/>
          </a:xfrm>
          <a:prstGeom prst="roundRect">
            <a:avLst>
              <a:gd name="adj" fmla="val 16000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65176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17320" y="2651760"/>
            <a:ext cx="621792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26517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10분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48840" y="26334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AI에게 구현 요청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29443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"수자이 index.html에 즐겨찾기 기능을 추가해줘. localStorage 사용, 하트 버튼 UI"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AI 출력 코드를 검토하고 이해한 후 적용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841248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3429000"/>
            <a:ext cx="804672" cy="228600"/>
          </a:xfrm>
          <a:prstGeom prst="roundRect">
            <a:avLst>
              <a:gd name="adj" fmla="val 16000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42900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17320" y="3429000"/>
            <a:ext cx="621792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342900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10분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48840" y="341071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실제 동작 확인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" y="372160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즐겨찾기 저장 → 새로고침 후 유지 → 즐겨찾기 클릭 시 정수장 자동 선택 테스트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114800"/>
            <a:ext cx="841248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0352" y="4206240"/>
            <a:ext cx="804672" cy="228600"/>
          </a:xfrm>
          <a:prstGeom prst="roundRect">
            <a:avLst>
              <a:gd name="adj" fmla="val 16000"/>
            </a:avLst>
          </a:prstGeom>
          <a:solidFill>
            <a:srgbClr val="E8670A"/>
          </a:solidFill>
          <a:ln w="12700">
            <a:solidFill>
              <a:srgbClr val="E867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2062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17320" y="4206240"/>
            <a:ext cx="621792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420624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5분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48840" y="418795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팀 공유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" y="44988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어떤 문제가 있었는지, AI 코드를 어떻게 수정했는지 팀에 공유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800600"/>
            <a:ext cx="8412480" cy="256032"/>
          </a:xfrm>
          <a:prstGeom prst="roundRect">
            <a:avLst>
              <a:gd name="adj" fmla="val 21429"/>
            </a:avLst>
          </a:prstGeom>
          <a:solidFill>
            <a:srgbClr val="181C25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8006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⏱  총 30분  |  완성 후 git commit &amp; push 까지 완료하면 보너스 점수!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실전 예제 — 주소 기반 내 정수장 찾기</dc:title>
  <dc:subject>PptxGenJS Presentation</dc:subject>
  <dc:creator>PptxGenJS</dc:creator>
  <cp:lastModifiedBy>PptxGenJS</cp:lastModifiedBy>
  <cp:revision>1</cp:revision>
  <dcterms:created xsi:type="dcterms:W3CDTF">2026-06-24T13:13:40Z</dcterms:created>
  <dcterms:modified xsi:type="dcterms:W3CDTF">2026-06-24T13:13:40Z</dcterms:modified>
</cp:coreProperties>
</file>